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36" y="7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5">
              <a:lumMod val="60000"/>
              <a:lumOff val="40000"/>
            </a:schemeClr>
          </a:fgClr>
          <a:bgClr>
            <a:schemeClr val="accent5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b8aa08-b1e4-4218-91ba-de4d31715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04" y="583262"/>
            <a:ext cx="6640754" cy="3547356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Picture 3" descr="37d5129b-0e13-48ec-b11a-c5226d8a9a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56" y="321338"/>
            <a:ext cx="4084639" cy="181897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5" name="Picture 4" descr="e4f6a477-3be7-429e-93f6-0fa48d9bf8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57" y="2356940"/>
            <a:ext cx="4084639" cy="311931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6" name="円弧 5">
            <a:extLst>
              <a:ext uri="{FF2B5EF4-FFF2-40B4-BE49-F238E27FC236}">
                <a16:creationId xmlns:a16="http://schemas.microsoft.com/office/drawing/2014/main" id="{09C7CDB4-92BA-D62A-1D86-BD07BCAC24CA}"/>
              </a:ext>
            </a:extLst>
          </p:cNvPr>
          <p:cNvSpPr/>
          <p:nvPr/>
        </p:nvSpPr>
        <p:spPr>
          <a:xfrm rot="16200000">
            <a:off x="3503806" y="1691763"/>
            <a:ext cx="2218367" cy="2903096"/>
          </a:xfrm>
          <a:prstGeom prst="arc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弧 7">
            <a:extLst>
              <a:ext uri="{FF2B5EF4-FFF2-40B4-BE49-F238E27FC236}">
                <a16:creationId xmlns:a16="http://schemas.microsoft.com/office/drawing/2014/main" id="{3437F576-0C26-C3EF-5376-84C6F96A6789}"/>
              </a:ext>
            </a:extLst>
          </p:cNvPr>
          <p:cNvSpPr/>
          <p:nvPr/>
        </p:nvSpPr>
        <p:spPr>
          <a:xfrm rot="18251916">
            <a:off x="2345196" y="3100516"/>
            <a:ext cx="2073262" cy="2627256"/>
          </a:xfrm>
          <a:prstGeom prst="arc">
            <a:avLst>
              <a:gd name="adj1" fmla="val 20256193"/>
              <a:gd name="adj2" fmla="val 2528077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  <a:scene3d>
            <a:camera prst="orthographicFront">
              <a:rot lat="0" lon="10799977" rev="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F02CBF-6FEF-A3F8-8A7B-B3958FB9ADC0}"/>
              </a:ext>
            </a:extLst>
          </p:cNvPr>
          <p:cNvSpPr txBox="1"/>
          <p:nvPr/>
        </p:nvSpPr>
        <p:spPr>
          <a:xfrm>
            <a:off x="3045851" y="2080117"/>
            <a:ext cx="8854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翻訳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C688D5-68A4-BD47-7887-826BCFA8EBA3}"/>
              </a:ext>
            </a:extLst>
          </p:cNvPr>
          <p:cNvSpPr txBox="1"/>
          <p:nvPr/>
        </p:nvSpPr>
        <p:spPr>
          <a:xfrm>
            <a:off x="3682278" y="3538677"/>
            <a:ext cx="7535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検索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</Words>
  <Application>Microsoft Office PowerPoint</Application>
  <PresentationFormat>画面に合わせる (16:10)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小林 悠弥</cp:lastModifiedBy>
  <cp:revision>5</cp:revision>
  <dcterms:created xsi:type="dcterms:W3CDTF">2013-01-27T09:14:16Z</dcterms:created>
  <dcterms:modified xsi:type="dcterms:W3CDTF">2025-09-25T08:28:07Z</dcterms:modified>
  <cp:category/>
</cp:coreProperties>
</file>