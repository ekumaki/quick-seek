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160" y="72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279261"/>
            <a:ext cx="4041775" cy="53313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812396"/>
            <a:ext cx="4041775" cy="329274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5">
              <a:lumMod val="60000"/>
              <a:lumOff val="40000"/>
            </a:schemeClr>
          </a:fgClr>
          <a:bgClr>
            <a:schemeClr val="accent5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ィカル ユーザー インターフェイス, テキスト, アプリケーション">
            <a:extLst>
              <a:ext uri="{FF2B5EF4-FFF2-40B4-BE49-F238E27FC236}">
                <a16:creationId xmlns:a16="http://schemas.microsoft.com/office/drawing/2014/main" id="{F4C71202-F519-9B7E-4E95-AFC9CE3B7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0" y="501462"/>
            <a:ext cx="4927327" cy="3411226"/>
          </a:xfrm>
          <a:prstGeom prst="rect">
            <a:avLst/>
          </a:prstGeom>
        </p:spPr>
      </p:pic>
      <p:pic>
        <p:nvPicPr>
          <p:cNvPr id="4" name="Picture 3" descr="37d5129b-0e13-48ec-b11a-c5226d8a9a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456" y="321338"/>
            <a:ext cx="4084639" cy="1818979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5" name="Picture 4" descr="e4f6a477-3be7-429e-93f6-0fa48d9bf8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457" y="2356940"/>
            <a:ext cx="4084639" cy="3119313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0</Words>
  <Application>Microsoft Office PowerPoint</Application>
  <PresentationFormat>画面に合わせる (16:10)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小林 悠弥</cp:lastModifiedBy>
  <cp:revision>7</cp:revision>
  <dcterms:created xsi:type="dcterms:W3CDTF">2013-01-27T09:14:16Z</dcterms:created>
  <dcterms:modified xsi:type="dcterms:W3CDTF">2025-09-25T09:43:56Z</dcterms:modified>
  <cp:category/>
</cp:coreProperties>
</file>